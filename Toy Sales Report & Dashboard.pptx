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52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4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57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9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71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06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08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78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54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714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8058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32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178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33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073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55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2355842-ACBE-4014-B2CE-94797B7D430B}" type="datetimeFigureOut">
              <a:rPr lang="en-IN" smtClean="0"/>
              <a:t>23-04-2025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D453085-E3A4-41A4-9643-FB8CCB04F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9884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CCD4E9-FCA9-DB62-EAE3-8501CABACFD8}"/>
              </a:ext>
            </a:extLst>
          </p:cNvPr>
          <p:cNvSpPr/>
          <p:nvPr/>
        </p:nvSpPr>
        <p:spPr>
          <a:xfrm>
            <a:off x="0" y="0"/>
            <a:ext cx="612000" cy="61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E6A3D1-7AC2-7770-38BF-5F9A1DAA94A0}"/>
              </a:ext>
            </a:extLst>
          </p:cNvPr>
          <p:cNvSpPr/>
          <p:nvPr/>
        </p:nvSpPr>
        <p:spPr>
          <a:xfrm>
            <a:off x="612000" y="0"/>
            <a:ext cx="11580000" cy="61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Toy Company Sales </a:t>
            </a:r>
            <a:r>
              <a:rPr lang="en-IN" sz="2000" dirty="0"/>
              <a:t>: </a:t>
            </a:r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2023 Performance 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E6984-8207-4B90-3E36-F005C9A5490F}"/>
              </a:ext>
            </a:extLst>
          </p:cNvPr>
          <p:cNvSpPr/>
          <p:nvPr/>
        </p:nvSpPr>
        <p:spPr>
          <a:xfrm>
            <a:off x="0" y="6231252"/>
            <a:ext cx="12192000" cy="6120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600" dirty="0">
                <a:solidFill>
                  <a:srgbClr val="7030A0"/>
                </a:solidFill>
                <a:latin typeface="Aptos Narrow" panose="020B0004020202020204" pitchFamily="34" charset="0"/>
              </a:rPr>
              <a:t>Power BI Developer : Wasiuddin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E89159-D498-B3AE-A577-B15C6B2AF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" y="100752"/>
            <a:ext cx="508877" cy="4104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6854F3-1FFE-90A0-D5E9-48338AB3A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2539"/>
            <a:ext cx="12192000" cy="561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31CF-992A-898C-277D-650C5C45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D4F135-1606-DFAF-E47B-A0E52D15449C}"/>
              </a:ext>
            </a:extLst>
          </p:cNvPr>
          <p:cNvSpPr/>
          <p:nvPr/>
        </p:nvSpPr>
        <p:spPr>
          <a:xfrm>
            <a:off x="0" y="0"/>
            <a:ext cx="612000" cy="61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56ACB-BA6D-BE15-035B-178895882B64}"/>
              </a:ext>
            </a:extLst>
          </p:cNvPr>
          <p:cNvSpPr/>
          <p:nvPr/>
        </p:nvSpPr>
        <p:spPr>
          <a:xfrm>
            <a:off x="612000" y="0"/>
            <a:ext cx="11580000" cy="61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Toy Company Sales </a:t>
            </a:r>
            <a:r>
              <a:rPr lang="en-IN" sz="2000" dirty="0"/>
              <a:t>: </a:t>
            </a:r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Product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988A9-8652-557D-6EEF-11C5DFDCFFDE}"/>
              </a:ext>
            </a:extLst>
          </p:cNvPr>
          <p:cNvSpPr/>
          <p:nvPr/>
        </p:nvSpPr>
        <p:spPr>
          <a:xfrm>
            <a:off x="0" y="6231252"/>
            <a:ext cx="12192000" cy="6120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600" dirty="0">
                <a:solidFill>
                  <a:srgbClr val="7030A0"/>
                </a:solidFill>
                <a:latin typeface="Aptos Narrow" panose="020B0004020202020204" pitchFamily="34" charset="0"/>
              </a:rPr>
              <a:t>Power BI Developer : Wasiuddin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26301-C1BF-A9F0-31DC-98934FF1C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" y="100752"/>
            <a:ext cx="508877" cy="4104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04A1A3-85A6-F6A3-13AC-88FD4FCF2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336"/>
            <a:ext cx="12192000" cy="557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1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E307-72A3-6D97-C4F1-76E77A16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07E992-B483-044F-0D0E-DC38F20DDE49}"/>
              </a:ext>
            </a:extLst>
          </p:cNvPr>
          <p:cNvSpPr/>
          <p:nvPr/>
        </p:nvSpPr>
        <p:spPr>
          <a:xfrm>
            <a:off x="0" y="0"/>
            <a:ext cx="612000" cy="61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63F54-40EF-54F0-EE98-FA43C6549F31}"/>
              </a:ext>
            </a:extLst>
          </p:cNvPr>
          <p:cNvSpPr/>
          <p:nvPr/>
        </p:nvSpPr>
        <p:spPr>
          <a:xfrm>
            <a:off x="612000" y="0"/>
            <a:ext cx="11580000" cy="61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Toy Company Sales </a:t>
            </a:r>
            <a:r>
              <a:rPr lang="en-IN" sz="2000" dirty="0"/>
              <a:t>: </a:t>
            </a:r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Store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5A5E4-03B9-73A6-2595-5AE671B89C0B}"/>
              </a:ext>
            </a:extLst>
          </p:cNvPr>
          <p:cNvSpPr/>
          <p:nvPr/>
        </p:nvSpPr>
        <p:spPr>
          <a:xfrm>
            <a:off x="0" y="6231252"/>
            <a:ext cx="12192000" cy="6120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600" dirty="0">
                <a:solidFill>
                  <a:srgbClr val="7030A0"/>
                </a:solidFill>
                <a:latin typeface="Aptos Narrow" panose="020B0004020202020204" pitchFamily="34" charset="0"/>
              </a:rPr>
              <a:t>Power BI Developer : Wasiuddin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81EECF-C8C3-D681-23FD-034B725EC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" y="100752"/>
            <a:ext cx="508877" cy="4104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3368A0-9697-3EBC-753C-B2B360C9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881"/>
            <a:ext cx="12192000" cy="560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6E32-7D60-4EA0-EF3D-A04D1612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A002E6-56C7-77AE-4C0B-FC3D7B00FBCE}"/>
              </a:ext>
            </a:extLst>
          </p:cNvPr>
          <p:cNvSpPr/>
          <p:nvPr/>
        </p:nvSpPr>
        <p:spPr>
          <a:xfrm>
            <a:off x="0" y="0"/>
            <a:ext cx="612000" cy="61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E6889-5915-0392-A0BB-399C6A44D768}"/>
              </a:ext>
            </a:extLst>
          </p:cNvPr>
          <p:cNvSpPr/>
          <p:nvPr/>
        </p:nvSpPr>
        <p:spPr>
          <a:xfrm>
            <a:off x="612000" y="0"/>
            <a:ext cx="11580000" cy="612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Toy Company Sales </a:t>
            </a:r>
            <a:r>
              <a:rPr lang="en-IN" sz="2000" dirty="0"/>
              <a:t>: </a:t>
            </a:r>
            <a:r>
              <a:rPr lang="en-IN" sz="2000" b="1" dirty="0">
                <a:latin typeface="Aptos Display" panose="020B0004020202020204" pitchFamily="34" charset="0"/>
                <a:ea typeface="Segoe UI Emoji" panose="020B0502040204020203" pitchFamily="34" charset="0"/>
              </a:rPr>
              <a:t>Goal Projection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0BB61-50C2-5CFE-785F-6FFD24C10DE0}"/>
              </a:ext>
            </a:extLst>
          </p:cNvPr>
          <p:cNvSpPr/>
          <p:nvPr/>
        </p:nvSpPr>
        <p:spPr>
          <a:xfrm>
            <a:off x="0" y="6231252"/>
            <a:ext cx="12192000" cy="6120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600" dirty="0">
                <a:solidFill>
                  <a:srgbClr val="7030A0"/>
                </a:solidFill>
                <a:latin typeface="Aptos Narrow" panose="020B0004020202020204" pitchFamily="34" charset="0"/>
              </a:rPr>
              <a:t>Power BI Developer : Wasiuddin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ECE082-6F64-E1A8-0C54-B36C39799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" y="100752"/>
            <a:ext cx="508877" cy="4104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F6610C-B771-07AB-28C6-E97F799F3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1434"/>
            <a:ext cx="12192000" cy="553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7268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1146</TotalTime>
  <Words>45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Display</vt:lpstr>
      <vt:lpstr>Aptos Narrow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Wasiuddin Khan</dc:creator>
  <cp:lastModifiedBy>Wasiuddin Khan</cp:lastModifiedBy>
  <cp:revision>7</cp:revision>
  <dcterms:created xsi:type="dcterms:W3CDTF">2025-04-18T14:53:39Z</dcterms:created>
  <dcterms:modified xsi:type="dcterms:W3CDTF">2025-04-23T00:59:16Z</dcterms:modified>
</cp:coreProperties>
</file>